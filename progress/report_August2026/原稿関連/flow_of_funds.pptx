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C2017D-A38B-94DC-4CC2-3CA8B7C92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A1A2CA1-FDF5-39F1-94F1-F34E340497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65A1B9-288C-0014-09F8-E742845B4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F5007-FE77-432E-8C7B-148C75EC50F6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E5B9B7-9EA3-6A88-FC26-01258DBE8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969551-16E9-309B-CC5C-E9801754E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61CC-56A3-4484-8DE1-9339994E9B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9291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22EF19-B63A-B90A-32D1-5AFD2ECFC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2F9C76-2827-9AD2-FF19-829A5E753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BE30DD-2CDE-D079-DF4D-6FADF622F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F5007-FE77-432E-8C7B-148C75EC50F6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1D21C3-F262-6940-88F6-54D7F45D8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864A9E-DBF9-3B9D-E018-CCE8C5416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61CC-56A3-4484-8DE1-9339994E9B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6898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156DE0-7C2E-8B47-BB2A-ADC64DC26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54D2FA-E464-1F04-3A83-A58A4F791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8D08CB-9253-3D64-0576-9A8388F71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F5007-FE77-432E-8C7B-148C75EC50F6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2FAA47-40EA-F1B7-24EC-92638DBE3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42A5BF-7408-E933-D552-F9E4B61A9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61CC-56A3-4484-8DE1-9339994E9B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348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D4157F-2934-6578-E5B9-513996450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6E2EE9-9B1C-C857-2CCA-F814D4F12D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7B625B-4614-3B85-8687-8D6AB4A70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C9C32C3-247F-4593-DDF0-EAC5B0D45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F5007-FE77-432E-8C7B-148C75EC50F6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30BCEB-F8A8-0E8B-1710-A92E666AD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98A5892-C5FD-BC6A-F587-692CE6349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61CC-56A3-4484-8DE1-9339994E9B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5574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28015B-F28F-6A5C-8AE9-878003B8B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B74F961-CB75-BBBC-ED31-394065E67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EE68BAC-D486-992C-288D-7E60DDF84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F3C0F1D-2936-6F6B-B082-B1E0D861B8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E0A6F2E-FC09-69CE-5D7A-880205246D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9318BAB-D6D7-4E9C-DD0C-0DF727F92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F5007-FE77-432E-8C7B-148C75EC50F6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FB4DCF7-97F2-56CA-CD65-ABBE85A15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64B42DF-82FB-7C56-9437-95FB646F8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61CC-56A3-4484-8DE1-9339994E9B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2091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0AC69A-6D1D-B0E2-8ED1-769497640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DA65755-B16C-51BE-2EA9-2A38F207A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F5007-FE77-432E-8C7B-148C75EC50F6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9C24EF4-1FD9-13B6-CC78-7366403D9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EDC2582-1592-9780-578E-9F0AAD5D3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61CC-56A3-4484-8DE1-9339994E9B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3974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C7A8F99-9589-A006-2C2E-7BC2ECC18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F5007-FE77-432E-8C7B-148C75EC50F6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2B6897E-B1B7-4766-66CD-E28382779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2E455C0-1717-7083-C111-29881A455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61CC-56A3-4484-8DE1-9339994E9B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6363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BFD51C-159D-8A29-664F-AA219ED1F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86A062-F694-8B10-80CC-13F58719B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7A005CC-F743-938F-F94B-B994BADD3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C9DBF56-1835-B86D-1911-33BD19388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F5007-FE77-432E-8C7B-148C75EC50F6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CA42871-82F5-F0B0-01C4-0479F7C68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D5343E2-A6FC-701C-0DCD-72A6610E1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61CC-56A3-4484-8DE1-9339994E9B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8227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C544D5-FB4E-D5EA-A2F8-0989184AA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34C28A8-0223-AE95-2E10-20167EEFD6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11FF8E3-DD0F-6DB5-5DD5-7051C6F3F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A54CC86-BE92-6A27-120B-264E3B929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F5007-FE77-432E-8C7B-148C75EC50F6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FB63E03-0798-A87C-8279-072FBB6C7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241877-4545-F897-A09D-688B3785E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61CC-56A3-4484-8DE1-9339994E9B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588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54C781-178D-79AF-76E9-F61149938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5E7899-39B6-8C84-17E0-8E03427B9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19906A-D298-2DEA-1BED-795975205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F5007-FE77-432E-8C7B-148C75EC50F6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1D3617-6CE1-4FC2-B4F7-015BDF66C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CFC53F-9B3D-16A8-0471-BA7BD0ECD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61CC-56A3-4484-8DE1-9339994E9B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6194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C31F02F-1857-4D38-2109-A3FB236FE1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B076651-B9A2-3C27-626D-DF5358F2DB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C9987B-3A9C-EC6E-68FF-F5A42C204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F5007-FE77-432E-8C7B-148C75EC50F6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6871D7-02AE-831A-C9E9-5C8BFA1B6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39EDFC-7D49-53E3-B60C-51F6E1436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61CC-56A3-4484-8DE1-9339994E9B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4880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9D63F15-FA1B-7537-AA5D-BE47EE4D5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413B33-5DD3-8B4D-4B37-80BD7B6B0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0D0CFF-8947-CD4E-6D67-4C7F640B0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CF5007-FE77-432E-8C7B-148C75EC50F6}" type="datetimeFigureOut">
              <a:rPr kumimoji="1" lang="ja-JP" altLang="en-US" smtClean="0"/>
              <a:t>2026/7/31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86CA35-A5CA-0592-EA97-E25C6464CE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28B886-5965-E131-38B6-BF4CFE4C8C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F61CC-56A3-4484-8DE1-9339994E9B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811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B52B054-9CF8-431F-2B3E-C67371EB2671}"/>
              </a:ext>
            </a:extLst>
          </p:cNvPr>
          <p:cNvSpPr/>
          <p:nvPr/>
        </p:nvSpPr>
        <p:spPr>
          <a:xfrm>
            <a:off x="4817806" y="2654710"/>
            <a:ext cx="2556387" cy="675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/>
              <a:t>銀行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8E4D61F-6BD7-5568-DB76-F3CD30727B7E}"/>
              </a:ext>
            </a:extLst>
          </p:cNvPr>
          <p:cNvSpPr/>
          <p:nvPr/>
        </p:nvSpPr>
        <p:spPr>
          <a:xfrm>
            <a:off x="265470" y="2654710"/>
            <a:ext cx="2556387" cy="7472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solidFill>
                  <a:sysClr val="windowText" lastClr="000000"/>
                </a:solidFill>
              </a:rPr>
              <a:t>企業家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1918FED-8DE4-E007-ADC8-C79EB39D62F9}"/>
              </a:ext>
            </a:extLst>
          </p:cNvPr>
          <p:cNvSpPr/>
          <p:nvPr/>
        </p:nvSpPr>
        <p:spPr>
          <a:xfrm>
            <a:off x="9370142" y="2654710"/>
            <a:ext cx="2556387" cy="675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/>
              <a:t>資本家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8B89A890-9CA0-731C-4A69-5B96AADF49F8}"/>
              </a:ext>
            </a:extLst>
          </p:cNvPr>
          <p:cNvCxnSpPr/>
          <p:nvPr/>
        </p:nvCxnSpPr>
        <p:spPr>
          <a:xfrm flipH="1">
            <a:off x="3136490" y="2792361"/>
            <a:ext cx="1366684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8D47ABCF-4EA6-65B0-3976-BBD1F5D7C223}"/>
              </a:ext>
            </a:extLst>
          </p:cNvPr>
          <p:cNvCxnSpPr/>
          <p:nvPr/>
        </p:nvCxnSpPr>
        <p:spPr>
          <a:xfrm flipH="1">
            <a:off x="7678993" y="2819395"/>
            <a:ext cx="1366684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BED2EB6A-9AB8-02D2-55A9-E2B1CCE9032F}"/>
              </a:ext>
            </a:extLst>
          </p:cNvPr>
          <p:cNvCxnSpPr>
            <a:cxnSpLocks/>
          </p:cNvCxnSpPr>
          <p:nvPr/>
        </p:nvCxnSpPr>
        <p:spPr>
          <a:xfrm>
            <a:off x="3234813" y="3264309"/>
            <a:ext cx="126836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BB6D109A-CBFF-EC31-9CE9-5903DE447A15}"/>
              </a:ext>
            </a:extLst>
          </p:cNvPr>
          <p:cNvCxnSpPr>
            <a:cxnSpLocks/>
          </p:cNvCxnSpPr>
          <p:nvPr/>
        </p:nvCxnSpPr>
        <p:spPr>
          <a:xfrm>
            <a:off x="7777316" y="3264311"/>
            <a:ext cx="126836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矢印: 上カーブ 36">
            <a:extLst>
              <a:ext uri="{FF2B5EF4-FFF2-40B4-BE49-F238E27FC236}">
                <a16:creationId xmlns:a16="http://schemas.microsoft.com/office/drawing/2014/main" id="{860BB2DE-0BB4-1FD8-4A52-21E7AC231AE4}"/>
              </a:ext>
            </a:extLst>
          </p:cNvPr>
          <p:cNvSpPr/>
          <p:nvPr/>
        </p:nvSpPr>
        <p:spPr>
          <a:xfrm>
            <a:off x="6086166" y="3350342"/>
            <a:ext cx="4552336" cy="973390"/>
          </a:xfrm>
          <a:prstGeom prst="curved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8" name="矢印: 上カーブ 37">
            <a:extLst>
              <a:ext uri="{FF2B5EF4-FFF2-40B4-BE49-F238E27FC236}">
                <a16:creationId xmlns:a16="http://schemas.microsoft.com/office/drawing/2014/main" id="{B2CA6892-96A9-919E-5227-0F8EA3AFA6E1}"/>
              </a:ext>
            </a:extLst>
          </p:cNvPr>
          <p:cNvSpPr/>
          <p:nvPr/>
        </p:nvSpPr>
        <p:spPr>
          <a:xfrm flipH="1" flipV="1">
            <a:off x="5879690" y="1872732"/>
            <a:ext cx="4955456" cy="745418"/>
          </a:xfrm>
          <a:prstGeom prst="curved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9CEC179C-7A62-A847-84BE-B6FAC1EFCAC8}"/>
                  </a:ext>
                </a:extLst>
              </p:cNvPr>
              <p:cNvSpPr txBox="1"/>
              <p:nvPr/>
            </p:nvSpPr>
            <p:spPr>
              <a:xfrm>
                <a:off x="3533099" y="3406254"/>
                <a:ext cx="67178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en-US" altLang="ja-JP" sz="2400" b="0" dirty="0"/>
              </a:p>
            </p:txBody>
          </p:sp>
        </mc:Choice>
        <mc:Fallback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9CEC179C-7A62-A847-84BE-B6FAC1EFC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099" y="3406254"/>
                <a:ext cx="671787" cy="369332"/>
              </a:xfrm>
              <a:prstGeom prst="rect">
                <a:avLst/>
              </a:prstGeom>
              <a:blipFill>
                <a:blip r:embed="rId2"/>
                <a:stretch>
                  <a:fillRect l="-9091" r="-909"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19F3B20E-548F-BAE0-3EB9-7DE81D0E8E4B}"/>
                  </a:ext>
                </a:extLst>
              </p:cNvPr>
              <p:cNvSpPr txBox="1"/>
              <p:nvPr/>
            </p:nvSpPr>
            <p:spPr>
              <a:xfrm>
                <a:off x="8021523" y="3401962"/>
                <a:ext cx="67178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kumimoji="1" lang="en-US" altLang="ja-JP" sz="2400" b="0" dirty="0"/>
              </a:p>
            </p:txBody>
          </p:sp>
        </mc:Choice>
        <mc:Fallback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19F3B20E-548F-BAE0-3EB9-7DE81D0E8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1523" y="3401962"/>
                <a:ext cx="671787" cy="369332"/>
              </a:xfrm>
              <a:prstGeom prst="rect">
                <a:avLst/>
              </a:prstGeom>
              <a:blipFill>
                <a:blip r:embed="rId3"/>
                <a:stretch>
                  <a:fillRect l="-9091" r="-909" b="-131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A84BA09B-FB4D-32A7-93BF-B377E3C243F5}"/>
                  </a:ext>
                </a:extLst>
              </p:cNvPr>
              <p:cNvSpPr txBox="1"/>
              <p:nvPr/>
            </p:nvSpPr>
            <p:spPr>
              <a:xfrm>
                <a:off x="8175765" y="2269706"/>
                <a:ext cx="36330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kumimoji="1" lang="en-US" altLang="ja-JP" sz="2400" b="0" dirty="0"/>
              </a:p>
            </p:txBody>
          </p:sp>
        </mc:Choice>
        <mc:Fallback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A84BA09B-FB4D-32A7-93BF-B377E3C24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5765" y="2269706"/>
                <a:ext cx="363305" cy="369332"/>
              </a:xfrm>
              <a:prstGeom prst="rect">
                <a:avLst/>
              </a:prstGeom>
              <a:blipFill>
                <a:blip r:embed="rId4"/>
                <a:stretch>
                  <a:fillRect l="-18333" b="-131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23578D7E-161E-C8B3-33CC-4658FA17660A}"/>
                  </a:ext>
                </a:extLst>
              </p:cNvPr>
              <p:cNvSpPr txBox="1"/>
              <p:nvPr/>
            </p:nvSpPr>
            <p:spPr>
              <a:xfrm>
                <a:off x="7968393" y="1420749"/>
                <a:ext cx="88620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𝜔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1" lang="en-US" altLang="ja-JP" sz="2400" b="0" dirty="0"/>
              </a:p>
            </p:txBody>
          </p:sp>
        </mc:Choice>
        <mc:Fallback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23578D7E-161E-C8B3-33CC-4658FA176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8393" y="1420749"/>
                <a:ext cx="886205" cy="369332"/>
              </a:xfrm>
              <a:prstGeom prst="rect">
                <a:avLst/>
              </a:prstGeom>
              <a:blipFill>
                <a:blip r:embed="rId5"/>
                <a:stretch>
                  <a:fillRect l="-2740" r="-1370" b="-114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7F603C6D-FBE8-4258-80E2-AB0D7804021D}"/>
                  </a:ext>
                </a:extLst>
              </p:cNvPr>
              <p:cNvSpPr txBox="1"/>
              <p:nvPr/>
            </p:nvSpPr>
            <p:spPr>
              <a:xfrm>
                <a:off x="7542289" y="4409762"/>
                <a:ext cx="163025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1" lang="en-US" altLang="ja-JP" b="0" dirty="0"/>
              </a:p>
            </p:txBody>
          </p:sp>
        </mc:Choice>
        <mc:Fallback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7F603C6D-FBE8-4258-80E2-AB0D78040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2289" y="4409762"/>
                <a:ext cx="1630254" cy="369332"/>
              </a:xfrm>
              <a:prstGeom prst="rect">
                <a:avLst/>
              </a:prstGeom>
              <a:blipFill>
                <a:blip r:embed="rId6"/>
                <a:stretch>
                  <a:fillRect r="-373" b="-114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26E15727-E829-121C-3405-7EF7CE4AC842}"/>
                  </a:ext>
                </a:extLst>
              </p:cNvPr>
              <p:cNvSpPr txBox="1"/>
              <p:nvPr/>
            </p:nvSpPr>
            <p:spPr>
              <a:xfrm>
                <a:off x="3603522" y="2198584"/>
                <a:ext cx="43261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ja-JP" altLang="en-US" dirty="0"/>
              </a:p>
            </p:txBody>
          </p:sp>
        </mc:Choice>
        <mc:Fallback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26E15727-E829-121C-3405-7EF7CE4AC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3522" y="2198584"/>
                <a:ext cx="432619" cy="461665"/>
              </a:xfrm>
              <a:prstGeom prst="rect">
                <a:avLst/>
              </a:prstGeom>
              <a:blipFill>
                <a:blip r:embed="rId7"/>
                <a:stretch>
                  <a:fillRect l="-422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1AFF47AE-0CF1-8C8B-A758-A961BD097D6D}"/>
              </a:ext>
            </a:extLst>
          </p:cNvPr>
          <p:cNvSpPr txBox="1"/>
          <p:nvPr/>
        </p:nvSpPr>
        <p:spPr>
          <a:xfrm>
            <a:off x="1843547" y="1015860"/>
            <a:ext cx="3952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マクロ・プルーデンス政策</a:t>
            </a:r>
            <a:endParaRPr kumimoji="1" lang="ja-JP" altLang="en-US" sz="2400" dirty="0"/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592D190E-A9C8-AB08-1385-3E0DC18D6399}"/>
              </a:ext>
            </a:extLst>
          </p:cNvPr>
          <p:cNvCxnSpPr>
            <a:cxnSpLocks/>
            <a:stCxn id="49" idx="2"/>
            <a:endCxn id="47" idx="0"/>
          </p:cNvCxnSpPr>
          <p:nvPr/>
        </p:nvCxnSpPr>
        <p:spPr>
          <a:xfrm>
            <a:off x="3819831" y="1477525"/>
            <a:ext cx="1" cy="72105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D6F24A92-063E-B6D2-62DB-140262C5030C}"/>
              </a:ext>
            </a:extLst>
          </p:cNvPr>
          <p:cNvSpPr/>
          <p:nvPr/>
        </p:nvSpPr>
        <p:spPr>
          <a:xfrm>
            <a:off x="3447867" y="2234062"/>
            <a:ext cx="743925" cy="4049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9518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17</Words>
  <Application>Microsoft Office PowerPoint</Application>
  <PresentationFormat>ワイド画面</PresentationFormat>
  <Paragraphs>10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康佑 岸本</dc:creator>
  <cp:lastModifiedBy>康佑 岸本</cp:lastModifiedBy>
  <cp:revision>6</cp:revision>
  <dcterms:created xsi:type="dcterms:W3CDTF">2026-07-31T14:05:35Z</dcterms:created>
  <dcterms:modified xsi:type="dcterms:W3CDTF">2026-07-31T14:25:24Z</dcterms:modified>
</cp:coreProperties>
</file>