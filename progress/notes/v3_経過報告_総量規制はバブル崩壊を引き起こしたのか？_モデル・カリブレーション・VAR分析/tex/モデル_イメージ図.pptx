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F68A3-C796-47C3-B46B-1682A3FEDFC1}" v="49" dt="2026-05-20T05:35:56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7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康佑 岸本" userId="cc71d766d9ae723a" providerId="LiveId" clId="{F89A7927-A189-4256-9764-A98768DFB462}"/>
    <pc:docChg chg="undo custSel modSld">
      <pc:chgData name="康佑 岸本" userId="cc71d766d9ae723a" providerId="LiveId" clId="{F89A7927-A189-4256-9764-A98768DFB462}" dt="2026-05-20T05:36:08.836" v="467" actId="14100"/>
      <pc:docMkLst>
        <pc:docMk/>
      </pc:docMkLst>
      <pc:sldChg chg="addSp delSp modSp mod">
        <pc:chgData name="康佑 岸本" userId="cc71d766d9ae723a" providerId="LiveId" clId="{F89A7927-A189-4256-9764-A98768DFB462}" dt="2026-05-20T05:36:08.836" v="467" actId="14100"/>
        <pc:sldMkLst>
          <pc:docMk/>
          <pc:sldMk cId="3618590543" sldId="256"/>
        </pc:sldMkLst>
        <pc:spChg chg="add mod">
          <ac:chgData name="康佑 岸本" userId="cc71d766d9ae723a" providerId="LiveId" clId="{F89A7927-A189-4256-9764-A98768DFB462}" dt="2026-05-17T11:55:13.377" v="91" actId="1076"/>
          <ac:spMkLst>
            <pc:docMk/>
            <pc:sldMk cId="3618590543" sldId="256"/>
            <ac:spMk id="2" creationId="{91B4426A-B21A-0B7A-C983-4A907E10C467}"/>
          </ac:spMkLst>
        </pc:spChg>
        <pc:spChg chg="add mod">
          <ac:chgData name="康佑 岸本" userId="cc71d766d9ae723a" providerId="LiveId" clId="{F89A7927-A189-4256-9764-A98768DFB462}" dt="2026-05-17T11:58:38.431" v="222" actId="1076"/>
          <ac:spMkLst>
            <pc:docMk/>
            <pc:sldMk cId="3618590543" sldId="256"/>
            <ac:spMk id="3" creationId="{D3EA87E6-E831-96C6-F4B1-568579F98E93}"/>
          </ac:spMkLst>
        </pc:spChg>
        <pc:spChg chg="add mod">
          <ac:chgData name="康佑 岸本" userId="cc71d766d9ae723a" providerId="LiveId" clId="{F89A7927-A189-4256-9764-A98768DFB462}" dt="2026-05-17T11:58:32.916" v="221" actId="1076"/>
          <ac:spMkLst>
            <pc:docMk/>
            <pc:sldMk cId="3618590543" sldId="256"/>
            <ac:spMk id="4" creationId="{880D4269-A458-4346-B83D-409271BA4654}"/>
          </ac:spMkLst>
        </pc:spChg>
        <pc:spChg chg="mod">
          <ac:chgData name="康佑 岸本" userId="cc71d766d9ae723a" providerId="LiveId" clId="{F89A7927-A189-4256-9764-A98768DFB462}" dt="2026-05-20T05:34:40.229" v="440"/>
          <ac:spMkLst>
            <pc:docMk/>
            <pc:sldMk cId="3618590543" sldId="256"/>
            <ac:spMk id="10" creationId="{F85C3E28-3939-D235-289A-92C2FC6F76CE}"/>
          </ac:spMkLst>
        </pc:spChg>
        <pc:spChg chg="mod">
          <ac:chgData name="康佑 岸本" userId="cc71d766d9ae723a" providerId="LiveId" clId="{F89A7927-A189-4256-9764-A98768DFB462}" dt="2026-05-17T11:52:09.188" v="53" actId="20577"/>
          <ac:spMkLst>
            <pc:docMk/>
            <pc:sldMk cId="3618590543" sldId="256"/>
            <ac:spMk id="13" creationId="{A4DA01DD-A54B-B1AB-E01A-26A5C391110E}"/>
          </ac:spMkLst>
        </pc:spChg>
        <pc:spChg chg="mod">
          <ac:chgData name="康佑 岸本" userId="cc71d766d9ae723a" providerId="LiveId" clId="{F89A7927-A189-4256-9764-A98768DFB462}" dt="2026-05-17T12:06:30.016" v="258" actId="2711"/>
          <ac:spMkLst>
            <pc:docMk/>
            <pc:sldMk cId="3618590543" sldId="256"/>
            <ac:spMk id="14" creationId="{50A1435F-1D85-34E0-A8DB-1A0E9EA738F5}"/>
          </ac:spMkLst>
        </pc:spChg>
        <pc:spChg chg="mod">
          <ac:chgData name="康佑 岸本" userId="cc71d766d9ae723a" providerId="LiveId" clId="{F89A7927-A189-4256-9764-A98768DFB462}" dt="2026-05-17T12:06:30.016" v="258" actId="2711"/>
          <ac:spMkLst>
            <pc:docMk/>
            <pc:sldMk cId="3618590543" sldId="256"/>
            <ac:spMk id="15" creationId="{2E777AE4-65D2-0A13-3922-72150C6AD3B1}"/>
          </ac:spMkLst>
        </pc:spChg>
        <pc:spChg chg="mod">
          <ac:chgData name="康佑 岸本" userId="cc71d766d9ae723a" providerId="LiveId" clId="{F89A7927-A189-4256-9764-A98768DFB462}" dt="2026-05-17T11:52:50.411" v="61" actId="20577"/>
          <ac:spMkLst>
            <pc:docMk/>
            <pc:sldMk cId="3618590543" sldId="256"/>
            <ac:spMk id="17" creationId="{473E268F-ADD4-6AB0-952D-E95D1C133197}"/>
          </ac:spMkLst>
        </pc:spChg>
        <pc:spChg chg="mod">
          <ac:chgData name="康佑 岸本" userId="cc71d766d9ae723a" providerId="LiveId" clId="{F89A7927-A189-4256-9764-A98768DFB462}" dt="2026-05-20T05:34:23.842" v="434" actId="21"/>
          <ac:spMkLst>
            <pc:docMk/>
            <pc:sldMk cId="3618590543" sldId="256"/>
            <ac:spMk id="21" creationId="{991404C1-51B9-0C26-1A8D-B987B7F5C526}"/>
          </ac:spMkLst>
        </pc:spChg>
        <pc:spChg chg="mod">
          <ac:chgData name="康佑 岸本" userId="cc71d766d9ae723a" providerId="LiveId" clId="{F89A7927-A189-4256-9764-A98768DFB462}" dt="2026-05-20T05:34:31.924" v="437" actId="20577"/>
          <ac:spMkLst>
            <pc:docMk/>
            <pc:sldMk cId="3618590543" sldId="256"/>
            <ac:spMk id="23" creationId="{4FE92A09-687D-A653-C984-B5C1F39E5598}"/>
          </ac:spMkLst>
        </pc:spChg>
        <pc:spChg chg="mod">
          <ac:chgData name="康佑 岸本" userId="cc71d766d9ae723a" providerId="LiveId" clId="{F89A7927-A189-4256-9764-A98768DFB462}" dt="2026-05-20T05:35:56.490" v="464"/>
          <ac:spMkLst>
            <pc:docMk/>
            <pc:sldMk cId="3618590543" sldId="256"/>
            <ac:spMk id="25" creationId="{1C0221B2-DCD9-129F-8929-28ADAF7BD0F0}"/>
          </ac:spMkLst>
        </pc:spChg>
        <pc:spChg chg="add mod">
          <ac:chgData name="康佑 岸本" userId="cc71d766d9ae723a" providerId="LiveId" clId="{F89A7927-A189-4256-9764-A98768DFB462}" dt="2026-05-17T12:21:01.453" v="402" actId="1076"/>
          <ac:spMkLst>
            <pc:docMk/>
            <pc:sldMk cId="3618590543" sldId="256"/>
            <ac:spMk id="37" creationId="{4AAB803F-2687-E90F-1510-C4C0FAA8FF09}"/>
          </ac:spMkLst>
        </pc:spChg>
        <pc:spChg chg="add mod">
          <ac:chgData name="康佑 岸本" userId="cc71d766d9ae723a" providerId="LiveId" clId="{F89A7927-A189-4256-9764-A98768DFB462}" dt="2026-05-17T12:18:37.854" v="390" actId="14100"/>
          <ac:spMkLst>
            <pc:docMk/>
            <pc:sldMk cId="3618590543" sldId="256"/>
            <ac:spMk id="46" creationId="{8F6D7E6B-5B43-B862-F5C4-A711C182788C}"/>
          </ac:spMkLst>
        </pc:spChg>
        <pc:spChg chg="mod">
          <ac:chgData name="康佑 岸本" userId="cc71d766d9ae723a" providerId="LiveId" clId="{F89A7927-A189-4256-9764-A98768DFB462}" dt="2026-05-17T12:06:30.016" v="258" actId="2711"/>
          <ac:spMkLst>
            <pc:docMk/>
            <pc:sldMk cId="3618590543" sldId="256"/>
            <ac:spMk id="73" creationId="{E2591125-3869-4140-2B43-AB64B41DEC0D}"/>
          </ac:spMkLst>
        </pc:spChg>
        <pc:spChg chg="add del mod">
          <ac:chgData name="康佑 岸本" userId="cc71d766d9ae723a" providerId="LiveId" clId="{F89A7927-A189-4256-9764-A98768DFB462}" dt="2026-05-17T12:06:30.016" v="258" actId="2711"/>
          <ac:spMkLst>
            <pc:docMk/>
            <pc:sldMk cId="3618590543" sldId="256"/>
            <ac:spMk id="75" creationId="{A02702B5-25D4-C6EB-E7A8-E12D659F4A1B}"/>
          </ac:spMkLst>
        </pc:spChg>
        <pc:spChg chg="add del mod">
          <ac:chgData name="康佑 岸本" userId="cc71d766d9ae723a" providerId="LiveId" clId="{F89A7927-A189-4256-9764-A98768DFB462}" dt="2026-05-17T12:15:01.211" v="377" actId="14100"/>
          <ac:spMkLst>
            <pc:docMk/>
            <pc:sldMk cId="3618590543" sldId="256"/>
            <ac:spMk id="76" creationId="{EEC96859-27CE-4F41-30A4-26C4DF25A226}"/>
          </ac:spMkLst>
        </pc:spChg>
        <pc:spChg chg="mod">
          <ac:chgData name="康佑 岸本" userId="cc71d766d9ae723a" providerId="LiveId" clId="{F89A7927-A189-4256-9764-A98768DFB462}" dt="2026-05-17T12:06:30.016" v="258" actId="2711"/>
          <ac:spMkLst>
            <pc:docMk/>
            <pc:sldMk cId="3618590543" sldId="256"/>
            <ac:spMk id="81" creationId="{2B1A3FE8-B91C-CD07-6D32-24CC630CB5B9}"/>
          </ac:spMkLst>
        </pc:spChg>
        <pc:spChg chg="mod">
          <ac:chgData name="康佑 岸本" userId="cc71d766d9ae723a" providerId="LiveId" clId="{F89A7927-A189-4256-9764-A98768DFB462}" dt="2026-05-17T12:10:31.579" v="338" actId="1076"/>
          <ac:spMkLst>
            <pc:docMk/>
            <pc:sldMk cId="3618590543" sldId="256"/>
            <ac:spMk id="82" creationId="{80856F3F-A24F-3071-038A-FAC2DB2D6981}"/>
          </ac:spMkLst>
        </pc:spChg>
        <pc:spChg chg="mod">
          <ac:chgData name="康佑 岸本" userId="cc71d766d9ae723a" providerId="LiveId" clId="{F89A7927-A189-4256-9764-A98768DFB462}" dt="2026-05-17T12:06:20.194" v="257" actId="2711"/>
          <ac:spMkLst>
            <pc:docMk/>
            <pc:sldMk cId="3618590543" sldId="256"/>
            <ac:spMk id="85" creationId="{BA456017-44DF-A290-B50B-5E24E3F27E00}"/>
          </ac:spMkLst>
        </pc:spChg>
        <pc:spChg chg="add del mod">
          <ac:chgData name="康佑 岸本" userId="cc71d766d9ae723a" providerId="LiveId" clId="{F89A7927-A189-4256-9764-A98768DFB462}" dt="2026-05-17T12:06:30.016" v="258" actId="2711"/>
          <ac:spMkLst>
            <pc:docMk/>
            <pc:sldMk cId="3618590543" sldId="256"/>
            <ac:spMk id="86" creationId="{E1EF5382-CFC1-8A79-303C-84E1956FE2F7}"/>
          </ac:spMkLst>
        </pc:spChg>
        <pc:spChg chg="add del mod">
          <ac:chgData name="康佑 岸本" userId="cc71d766d9ae723a" providerId="LiveId" clId="{F89A7927-A189-4256-9764-A98768DFB462}" dt="2026-05-17T12:15:18.236" v="383" actId="1036"/>
          <ac:spMkLst>
            <pc:docMk/>
            <pc:sldMk cId="3618590543" sldId="256"/>
            <ac:spMk id="87" creationId="{47DF436C-6A02-DB64-6C25-ECF1F019252A}"/>
          </ac:spMkLst>
        </pc:spChg>
        <pc:cxnChg chg="mod">
          <ac:chgData name="康佑 岸本" userId="cc71d766d9ae723a" providerId="LiveId" clId="{F89A7927-A189-4256-9764-A98768DFB462}" dt="2026-05-20T05:34:40.229" v="440"/>
          <ac:cxnSpMkLst>
            <pc:docMk/>
            <pc:sldMk cId="3618590543" sldId="256"/>
            <ac:cxnSpMk id="11" creationId="{03B7B1AF-4CC8-796B-849B-B3FEC3622928}"/>
          </ac:cxnSpMkLst>
        </pc:cxnChg>
        <pc:cxnChg chg="mod">
          <ac:chgData name="康佑 岸本" userId="cc71d766d9ae723a" providerId="LiveId" clId="{F89A7927-A189-4256-9764-A98768DFB462}" dt="2026-05-20T05:34:23.842" v="434" actId="21"/>
          <ac:cxnSpMkLst>
            <pc:docMk/>
            <pc:sldMk cId="3618590543" sldId="256"/>
            <ac:cxnSpMk id="19" creationId="{7C1A1F13-3864-8D5C-AF41-2BCE59524A91}"/>
          </ac:cxnSpMkLst>
        </pc:cxnChg>
        <pc:cxnChg chg="mod">
          <ac:chgData name="康佑 岸本" userId="cc71d766d9ae723a" providerId="LiveId" clId="{F89A7927-A189-4256-9764-A98768DFB462}" dt="2026-05-20T05:34:38.246" v="439" actId="21"/>
          <ac:cxnSpMkLst>
            <pc:docMk/>
            <pc:sldMk cId="3618590543" sldId="256"/>
            <ac:cxnSpMk id="22" creationId="{C382E405-3BCD-450D-82D9-BE0FEDC0FE97}"/>
          </ac:cxnSpMkLst>
        </pc:cxnChg>
        <pc:cxnChg chg="mod">
          <ac:chgData name="康佑 岸本" userId="cc71d766d9ae723a" providerId="LiveId" clId="{F89A7927-A189-4256-9764-A98768DFB462}" dt="2026-05-20T05:34:40.229" v="440"/>
          <ac:cxnSpMkLst>
            <pc:docMk/>
            <pc:sldMk cId="3618590543" sldId="256"/>
            <ac:cxnSpMk id="38" creationId="{0848BDF1-B66F-E3B6-BC10-B0FD5340D311}"/>
          </ac:cxnSpMkLst>
        </pc:cxnChg>
        <pc:cxnChg chg="add mod">
          <ac:chgData name="康佑 岸本" userId="cc71d766d9ae723a" providerId="LiveId" clId="{F89A7927-A189-4256-9764-A98768DFB462}" dt="2026-05-17T12:21:01.453" v="402" actId="1076"/>
          <ac:cxnSpMkLst>
            <pc:docMk/>
            <pc:sldMk cId="3618590543" sldId="256"/>
            <ac:cxnSpMk id="39" creationId="{D09A0E58-6C56-15F4-88A6-C63EF2DD6581}"/>
          </ac:cxnSpMkLst>
        </pc:cxnChg>
        <pc:cxnChg chg="add mod">
          <ac:chgData name="康佑 岸本" userId="cc71d766d9ae723a" providerId="LiveId" clId="{F89A7927-A189-4256-9764-A98768DFB462}" dt="2026-05-20T05:34:31.924" v="437" actId="20577"/>
          <ac:cxnSpMkLst>
            <pc:docMk/>
            <pc:sldMk cId="3618590543" sldId="256"/>
            <ac:cxnSpMk id="40" creationId="{F8157D85-C4D5-3F12-E31E-29D08FC2A8A8}"/>
          </ac:cxnSpMkLst>
        </pc:cxnChg>
        <pc:cxnChg chg="add mod">
          <ac:chgData name="康佑 岸本" userId="cc71d766d9ae723a" providerId="LiveId" clId="{F89A7927-A189-4256-9764-A98768DFB462}" dt="2026-05-17T12:18:37.854" v="390" actId="14100"/>
          <ac:cxnSpMkLst>
            <pc:docMk/>
            <pc:sldMk cId="3618590543" sldId="256"/>
            <ac:cxnSpMk id="47" creationId="{5AB29515-49A7-361B-E3FA-6E850C770A15}"/>
          </ac:cxnSpMkLst>
        </pc:cxnChg>
        <pc:cxnChg chg="add mod">
          <ac:chgData name="康佑 岸本" userId="cc71d766d9ae723a" providerId="LiveId" clId="{F89A7927-A189-4256-9764-A98768DFB462}" dt="2026-05-17T12:11:56.248" v="345" actId="14100"/>
          <ac:cxnSpMkLst>
            <pc:docMk/>
            <pc:sldMk cId="3618590543" sldId="256"/>
            <ac:cxnSpMk id="50" creationId="{19DAE3D7-F6E3-695F-E67B-F494B22A65C3}"/>
          </ac:cxnSpMkLst>
        </pc:cxnChg>
        <pc:cxnChg chg="mod">
          <ac:chgData name="康佑 岸本" userId="cc71d766d9ae723a" providerId="LiveId" clId="{F89A7927-A189-4256-9764-A98768DFB462}" dt="2026-05-20T05:36:08.836" v="467" actId="14100"/>
          <ac:cxnSpMkLst>
            <pc:docMk/>
            <pc:sldMk cId="3618590543" sldId="256"/>
            <ac:cxnSpMk id="60" creationId="{45C3EC75-1C8A-8076-B7C2-BC66DAD8E657}"/>
          </ac:cxnSpMkLst>
        </pc:cxnChg>
        <pc:cxnChg chg="mod">
          <ac:chgData name="康佑 岸本" userId="cc71d766d9ae723a" providerId="LiveId" clId="{F89A7927-A189-4256-9764-A98768DFB462}" dt="2026-05-17T12:06:15.923" v="251" actId="478"/>
          <ac:cxnSpMkLst>
            <pc:docMk/>
            <pc:sldMk cId="3618590543" sldId="256"/>
            <ac:cxnSpMk id="77" creationId="{7577B5E5-67CF-B86B-0C52-BC265BA42D5D}"/>
          </ac:cxnSpMkLst>
        </pc:cxnChg>
        <pc:cxnChg chg="add del mod">
          <ac:chgData name="康佑 岸本" userId="cc71d766d9ae723a" providerId="LiveId" clId="{F89A7927-A189-4256-9764-A98768DFB462}" dt="2026-05-17T12:15:01.211" v="377" actId="14100"/>
          <ac:cxnSpMkLst>
            <pc:docMk/>
            <pc:sldMk cId="3618590543" sldId="256"/>
            <ac:cxnSpMk id="83" creationId="{7EA4767E-19F2-C345-DC4E-D5699009A0E7}"/>
          </ac:cxnSpMkLst>
        </pc:cxnChg>
        <pc:cxnChg chg="mod">
          <ac:chgData name="康佑 岸本" userId="cc71d766d9ae723a" providerId="LiveId" clId="{F89A7927-A189-4256-9764-A98768DFB462}" dt="2026-05-17T12:06:15.433" v="249" actId="478"/>
          <ac:cxnSpMkLst>
            <pc:docMk/>
            <pc:sldMk cId="3618590543" sldId="256"/>
            <ac:cxnSpMk id="88" creationId="{CA28E8EE-A680-9306-059E-9B24E7CD3027}"/>
          </ac:cxnSpMkLst>
        </pc:cxnChg>
        <pc:cxnChg chg="add del mod">
          <ac:chgData name="康佑 岸本" userId="cc71d766d9ae723a" providerId="LiveId" clId="{F89A7927-A189-4256-9764-A98768DFB462}" dt="2026-05-17T12:15:18.236" v="383" actId="1036"/>
          <ac:cxnSpMkLst>
            <pc:docMk/>
            <pc:sldMk cId="3618590543" sldId="256"/>
            <ac:cxnSpMk id="89" creationId="{7F942372-18A4-C4D7-F8CF-51DC64FA1CD8}"/>
          </ac:cxnSpMkLst>
        </pc:cxnChg>
        <pc:cxnChg chg="add del mod">
          <ac:chgData name="康佑 岸本" userId="cc71d766d9ae723a" providerId="LiveId" clId="{F89A7927-A189-4256-9764-A98768DFB462}" dt="2026-05-17T12:11:46.749" v="342" actId="1076"/>
          <ac:cxnSpMkLst>
            <pc:docMk/>
            <pc:sldMk cId="3618590543" sldId="256"/>
            <ac:cxnSpMk id="90" creationId="{F404AA16-F380-146B-647C-7EE9F8AF2023}"/>
          </ac:cxnSpMkLst>
        </pc:cxnChg>
        <pc:cxnChg chg="add del mod">
          <ac:chgData name="康佑 岸本" userId="cc71d766d9ae723a" providerId="LiveId" clId="{F89A7927-A189-4256-9764-A98768DFB462}" dt="2026-05-20T05:36:02.919" v="465" actId="1076"/>
          <ac:cxnSpMkLst>
            <pc:docMk/>
            <pc:sldMk cId="3618590543" sldId="256"/>
            <ac:cxnSpMk id="133" creationId="{B18971FB-0C43-22A2-EEA7-C565C553CF26}"/>
          </ac:cxnSpMkLst>
        </pc:cxnChg>
        <pc:cxnChg chg="add mod">
          <ac:chgData name="康佑 岸本" userId="cc71d766d9ae723a" providerId="LiveId" clId="{F89A7927-A189-4256-9764-A98768DFB462}" dt="2026-05-17T12:50:22.391" v="429" actId="14100"/>
          <ac:cxnSpMkLst>
            <pc:docMk/>
            <pc:sldMk cId="3618590543" sldId="256"/>
            <ac:cxnSpMk id="136" creationId="{650DFE49-D791-6079-031C-7DD89DB3139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C4A36C-891F-18F4-A6B0-E3E81B075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48DAC73-A77D-F4C1-E3E6-748B1B2B0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798184-B400-8C1C-404B-0C9B3391C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604FE8-1ECE-A58D-4BCF-E48D2AFC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DBE9CE-D314-69D6-4264-608E4E9E3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7613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19DF55-DC87-DD23-AC03-D6C2952A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CC0520-3512-A580-CBE6-744DA3792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F88887-EDD8-784F-2132-DFF8455F2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26C936-EE84-BC77-C20F-C2F499F7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58607F-2173-A376-2FAA-739EAF9E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20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53F685-6832-A881-0740-11B8C85F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D79857-18D0-CB4D-BC82-444877F68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A0FCBA-0B92-04F6-8061-F3000400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6BC3F4-64CA-D31D-BC3D-FE8E8EA2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B08B91-BC44-603E-FBDC-63A5C2A5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914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B9B4A-9CE6-1682-1881-CFD0A5F62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A1A889-E269-A1A9-8A6C-EA370E3C6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3E6BC86-7EDF-C49A-5D7F-4347EF145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187DB8-8F1A-9C05-7E04-F6E097FD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816BE3F-62FC-7BBB-5B10-C6BC4C190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25DB6D5-6EB4-6EC2-AC27-945443A8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854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71851A-624C-AFE2-1054-673371AB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99AB46-4DF7-0EC9-5181-9DA65947E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493E0E-2758-ADFD-E525-296A5EED0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68638AB-4EF8-B466-FC93-556C39A3BA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05B7F31-FB42-2317-13A1-D093A35C4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63F194A-B657-FC1D-1E54-3B20D122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E39A3A-FC8A-CB12-96AB-9C418090F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AD19473-C7C0-8109-2DE3-A182D8C80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984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8A7FB8-6303-E155-44DA-71A4C40B5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FC413D-F090-36EE-FDE9-DCA07B20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8F8559-B77F-5988-6528-5D62D1802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917378C-9DC5-CA82-D80C-69F46B74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562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7BF8FC8-3F4C-6E4D-4A8F-668886A5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DB82C1C-167B-ACD8-4BDA-7B7F781B3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3E3A27-E6BD-7194-2454-2F483D6D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9446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4ADAC-FDB2-AA1E-BCC6-6DF8C8198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158767-BDD6-99DA-2821-724B9B27F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CC0B00-691C-B95D-D171-8C094BF3F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2412B7-B163-D3AF-3F47-E89C58A3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86B848-444F-96C3-860E-58C63296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9FFE90-57A2-0BD7-C312-CD50710D8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055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F04FB8-972E-7CEC-B901-793D09F2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49BE255-89F2-5D18-4B9E-08713580E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E0A5E2-3302-40CF-B9E8-06695144A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39703C-5BA4-F298-1362-BB4BF90C6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11FF0C-1704-11C8-6E7B-AE049A770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EF1A45-55BD-A0D7-C527-FFC7F096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65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A3D8CC-4A03-8A25-A769-CC4B7E776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0CA695-8E31-82A3-B2D6-FAE373479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CE32C9-DCCF-CD59-3B78-A71FDF12F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7BEB3B-D401-7B0F-0716-AFA92CDDB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EBFDD1-0AA2-8305-1E98-91B2C91D6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543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20D710F-B8AD-056A-3922-6CF6E1BAC3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8968A5-4987-31C8-9DDC-85D333C51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019F71-C587-0BAD-F9DE-2FF00FC3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F2EEAC-06C4-E13B-A2FE-8CF5C23C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B3B4F1-3DC7-4EE5-B0A3-FDAF565C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32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7BA42E1-B76E-FA71-068B-FDF9F8AE3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BA5439-90C8-61B2-F368-FAEC4E444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1DAD03-D0E1-941D-B32A-369E81D0E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E6597-3A3F-4A71-A59D-3F56E7F78B35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94E13B-9C35-41DB-21A9-0100DFC3C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3F6867-3C96-E134-45BD-6A1E6395BC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70656-CA64-4D1A-A1ED-57BCE25570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45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957E5E7-EB3E-199F-C809-5AB3D8A04FE6}"/>
              </a:ext>
            </a:extLst>
          </p:cNvPr>
          <p:cNvCxnSpPr>
            <a:cxnSpLocks/>
          </p:cNvCxnSpPr>
          <p:nvPr/>
        </p:nvCxnSpPr>
        <p:spPr>
          <a:xfrm>
            <a:off x="855406" y="737415"/>
            <a:ext cx="999940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4DA01DD-A54B-B1AB-E01A-26A5C391110E}"/>
              </a:ext>
            </a:extLst>
          </p:cNvPr>
          <p:cNvSpPr txBox="1"/>
          <p:nvPr/>
        </p:nvSpPr>
        <p:spPr>
          <a:xfrm>
            <a:off x="1986116" y="147479"/>
            <a:ext cx="6882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MS明朝"/>
              </a:rPr>
              <a:t>期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0A1435F-1D85-34E0-A8DB-1A0E9EA738F5}"/>
              </a:ext>
            </a:extLst>
          </p:cNvPr>
          <p:cNvSpPr txBox="1"/>
          <p:nvPr/>
        </p:nvSpPr>
        <p:spPr>
          <a:xfrm>
            <a:off x="5572433" y="147478"/>
            <a:ext cx="1091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MS明朝"/>
              </a:rPr>
              <a:t>期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E777AE4-65D2-0A13-3922-72150C6AD3B1}"/>
              </a:ext>
            </a:extLst>
          </p:cNvPr>
          <p:cNvSpPr txBox="1"/>
          <p:nvPr/>
        </p:nvSpPr>
        <p:spPr>
          <a:xfrm>
            <a:off x="8593393" y="173815"/>
            <a:ext cx="1091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MS明朝"/>
              </a:rPr>
              <a:t>期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73E268F-ADD4-6AB0-952D-E95D1C133197}"/>
              </a:ext>
            </a:extLst>
          </p:cNvPr>
          <p:cNvSpPr txBox="1"/>
          <p:nvPr/>
        </p:nvSpPr>
        <p:spPr>
          <a:xfrm>
            <a:off x="855406" y="805445"/>
            <a:ext cx="29595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総量規制</a:t>
            </a:r>
            <a:endParaRPr lang="en-US" altLang="ja-JP" sz="2400" dirty="0">
              <a:latin typeface="MS明朝"/>
            </a:endParaRPr>
          </a:p>
          <a:p>
            <a:pPr algn="ctr"/>
            <a:r>
              <a:rPr lang="ja-JP" altLang="en-US" sz="2400" dirty="0">
                <a:latin typeface="MS明朝"/>
              </a:rPr>
              <a:t>（不動産融資規制）</a:t>
            </a:r>
            <a:endParaRPr lang="en-US" altLang="ja-JP" sz="2400" dirty="0">
              <a:latin typeface="MS明朝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7C1A1F13-3864-8D5C-AF41-2BCE59524A91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2330242" y="1636442"/>
            <a:ext cx="4919" cy="38473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91404C1-51B9-0C26-1A8D-B987B7F5C526}"/>
              </a:ext>
            </a:extLst>
          </p:cNvPr>
          <p:cNvSpPr txBox="1"/>
          <p:nvPr/>
        </p:nvSpPr>
        <p:spPr>
          <a:xfrm>
            <a:off x="1301547" y="2021179"/>
            <a:ext cx="2057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貸出（投資）</a:t>
            </a:r>
            <a:endParaRPr lang="en-US" altLang="ja-JP" sz="2400" dirty="0">
              <a:latin typeface="MS明朝"/>
            </a:endParaRPr>
          </a:p>
          <a:p>
            <a:pPr algn="ctr"/>
            <a:r>
              <a:rPr lang="ja-JP" altLang="en-US" sz="2400" dirty="0">
                <a:latin typeface="MS明朝"/>
              </a:rPr>
              <a:t>減少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FE92A09-687D-A653-C984-B5C1F39E5598}"/>
              </a:ext>
            </a:extLst>
          </p:cNvPr>
          <p:cNvSpPr txBox="1"/>
          <p:nvPr/>
        </p:nvSpPr>
        <p:spPr>
          <a:xfrm>
            <a:off x="1301547" y="3236913"/>
            <a:ext cx="2057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生産量減少</a:t>
            </a:r>
            <a:endParaRPr lang="en-US" altLang="ja-JP" sz="2400" dirty="0">
              <a:latin typeface="MS明朝"/>
            </a:endParaRPr>
          </a:p>
          <a:p>
            <a:pPr algn="ctr"/>
            <a:r>
              <a:rPr lang="ja-JP" altLang="en-US" sz="2400" dirty="0">
                <a:latin typeface="MS明朝"/>
              </a:rPr>
              <a:t>（景気停滞）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C0221B2-DCD9-129F-8929-28ADAF7BD0F0}"/>
              </a:ext>
            </a:extLst>
          </p:cNvPr>
          <p:cNvSpPr txBox="1"/>
          <p:nvPr/>
        </p:nvSpPr>
        <p:spPr>
          <a:xfrm>
            <a:off x="1241321" y="4400677"/>
            <a:ext cx="2177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土地価格</a:t>
            </a:r>
            <a:endParaRPr lang="en-US" altLang="ja-JP" sz="2400" dirty="0">
              <a:latin typeface="MS明朝"/>
            </a:endParaRPr>
          </a:p>
          <a:p>
            <a:pPr algn="ctr"/>
            <a:r>
              <a:rPr lang="ja-JP" altLang="en-US" sz="2400" dirty="0">
                <a:latin typeface="MS明朝"/>
              </a:rPr>
              <a:t>下落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5C3E28-3939-D235-289A-92C2FC6F76CE}"/>
              </a:ext>
            </a:extLst>
          </p:cNvPr>
          <p:cNvSpPr txBox="1"/>
          <p:nvPr/>
        </p:nvSpPr>
        <p:spPr>
          <a:xfrm>
            <a:off x="1241321" y="5606948"/>
            <a:ext cx="2177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MS明朝"/>
              </a:rPr>
              <a:t>不動産担保</a:t>
            </a:r>
            <a:endParaRPr lang="en-US" altLang="ja-JP" sz="2400">
              <a:latin typeface="MS明朝"/>
            </a:endParaRPr>
          </a:p>
          <a:p>
            <a:pPr algn="ctr"/>
            <a:r>
              <a:rPr lang="ja-JP" altLang="en-US" sz="2400">
                <a:latin typeface="MS明朝"/>
              </a:rPr>
              <a:t>減少</a:t>
            </a:r>
            <a:endParaRPr lang="ja-JP" altLang="en-US" sz="2400" dirty="0">
              <a:latin typeface="MS明朝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3B7B1AF-4CC8-796B-849B-B3FEC3622928}"/>
              </a:ext>
            </a:extLst>
          </p:cNvPr>
          <p:cNvCxnSpPr>
            <a:cxnSpLocks/>
            <a:stCxn id="25" idx="2"/>
            <a:endCxn id="10" idx="0"/>
          </p:cNvCxnSpPr>
          <p:nvPr/>
        </p:nvCxnSpPr>
        <p:spPr>
          <a:xfrm>
            <a:off x="2330244" y="5231674"/>
            <a:ext cx="0" cy="37527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0848BDF1-B66F-E3B6-BC10-B0FD5340D311}"/>
              </a:ext>
            </a:extLst>
          </p:cNvPr>
          <p:cNvCxnSpPr>
            <a:cxnSpLocks/>
            <a:stCxn id="10" idx="1"/>
            <a:endCxn id="21" idx="1"/>
          </p:cNvCxnSpPr>
          <p:nvPr/>
        </p:nvCxnSpPr>
        <p:spPr>
          <a:xfrm rot="10800000" flipH="1">
            <a:off x="1241321" y="2436679"/>
            <a:ext cx="60226" cy="3585769"/>
          </a:xfrm>
          <a:prstGeom prst="bentConnector3">
            <a:avLst>
              <a:gd name="adj1" fmla="val -379570"/>
            </a:avLst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直線矢印コネクタ 59">
            <a:extLst>
              <a:ext uri="{FF2B5EF4-FFF2-40B4-BE49-F238E27FC236}">
                <a16:creationId xmlns:a16="http://schemas.microsoft.com/office/drawing/2014/main" id="{45C3EC75-1C8A-8076-B7C2-BC66DAD8E657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3419166" y="2427665"/>
            <a:ext cx="1187258" cy="238851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2B1A3FE8-B91C-CD07-6D32-24CC630CB5B9}"/>
              </a:ext>
            </a:extLst>
          </p:cNvPr>
          <p:cNvSpPr txBox="1"/>
          <p:nvPr/>
        </p:nvSpPr>
        <p:spPr>
          <a:xfrm>
            <a:off x="9684774" y="207721"/>
            <a:ext cx="1474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・・・</a:t>
            </a:r>
            <a:endParaRPr kumimoji="1" lang="ja-JP" altLang="en-US" sz="2400" dirty="0">
              <a:latin typeface="MS明朝"/>
            </a:endParaRP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80856F3F-A24F-3071-038A-FAC2DB2D6981}"/>
              </a:ext>
            </a:extLst>
          </p:cNvPr>
          <p:cNvSpPr txBox="1"/>
          <p:nvPr/>
        </p:nvSpPr>
        <p:spPr>
          <a:xfrm>
            <a:off x="3410608" y="6437945"/>
            <a:ext cx="5245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MS明朝"/>
              </a:rPr>
              <a:t>総量規制の</a:t>
            </a:r>
            <a:r>
              <a:rPr lang="en-US" altLang="ja-JP" dirty="0" err="1">
                <a:latin typeface="MS明朝"/>
              </a:rPr>
              <a:t>Kiyotaki</a:t>
            </a:r>
            <a:r>
              <a:rPr lang="ja-JP" altLang="en-US" dirty="0">
                <a:latin typeface="MS明朝"/>
              </a:rPr>
              <a:t> </a:t>
            </a:r>
            <a:r>
              <a:rPr lang="en-US" altLang="ja-JP" dirty="0">
                <a:latin typeface="MS明朝"/>
              </a:rPr>
              <a:t>and</a:t>
            </a:r>
            <a:r>
              <a:rPr lang="ja-JP" altLang="en-US" dirty="0">
                <a:latin typeface="MS明朝"/>
              </a:rPr>
              <a:t> </a:t>
            </a:r>
            <a:r>
              <a:rPr lang="en-US" altLang="ja-JP" dirty="0">
                <a:latin typeface="MS明朝"/>
              </a:rPr>
              <a:t>Moore</a:t>
            </a:r>
            <a:r>
              <a:rPr lang="ja-JP" altLang="en-US" dirty="0">
                <a:latin typeface="MS明朝"/>
              </a:rPr>
              <a:t> </a:t>
            </a:r>
            <a:r>
              <a:rPr lang="en-US" altLang="ja-JP" dirty="0">
                <a:latin typeface="MS明朝"/>
              </a:rPr>
              <a:t>(1997)</a:t>
            </a:r>
            <a:r>
              <a:rPr lang="ja-JP" altLang="en-US" dirty="0">
                <a:latin typeface="MS明朝"/>
              </a:rPr>
              <a:t>型</a:t>
            </a:r>
            <a:r>
              <a:rPr kumimoji="1" lang="ja-JP" altLang="en-US" dirty="0">
                <a:latin typeface="MS明朝"/>
              </a:rPr>
              <a:t>モデル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C382E405-3BCD-450D-82D9-BE0FEDC0FE97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2330242" y="4067910"/>
            <a:ext cx="2" cy="33276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E2591125-3869-4140-2B43-AB64B41DEC0D}"/>
              </a:ext>
            </a:extLst>
          </p:cNvPr>
          <p:cNvSpPr txBox="1"/>
          <p:nvPr/>
        </p:nvSpPr>
        <p:spPr>
          <a:xfrm>
            <a:off x="4726861" y="2012618"/>
            <a:ext cx="1936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不動産担保減少</a:t>
            </a:r>
            <a:endParaRPr kumimoji="1" lang="ja-JP" altLang="en-US" sz="2400" dirty="0">
              <a:latin typeface="MS明朝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A02702B5-25D4-C6EB-E7A8-E12D659F4A1B}"/>
              </a:ext>
            </a:extLst>
          </p:cNvPr>
          <p:cNvSpPr txBox="1"/>
          <p:nvPr/>
        </p:nvSpPr>
        <p:spPr>
          <a:xfrm>
            <a:off x="4666640" y="3236913"/>
            <a:ext cx="2057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貸出（投資）</a:t>
            </a:r>
            <a:endParaRPr lang="en-US" altLang="ja-JP" sz="2400" dirty="0">
              <a:latin typeface="MS明朝"/>
            </a:endParaRPr>
          </a:p>
          <a:p>
            <a:pPr algn="ctr"/>
            <a:r>
              <a:rPr lang="ja-JP" altLang="en-US" sz="2400" dirty="0">
                <a:latin typeface="MS明朝"/>
              </a:rPr>
              <a:t>減少</a:t>
            </a:r>
            <a:endParaRPr kumimoji="1" lang="ja-JP" altLang="en-US" sz="2400" dirty="0">
              <a:latin typeface="MS明朝"/>
            </a:endParaRP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EEC96859-27CE-4F41-30A4-26C4DF25A226}"/>
              </a:ext>
            </a:extLst>
          </p:cNvPr>
          <p:cNvSpPr txBox="1"/>
          <p:nvPr/>
        </p:nvSpPr>
        <p:spPr>
          <a:xfrm>
            <a:off x="4653117" y="4409488"/>
            <a:ext cx="2070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生産量減少</a:t>
            </a:r>
            <a:endParaRPr lang="en-US" altLang="ja-JP" sz="2400" dirty="0">
              <a:latin typeface="MS明朝"/>
            </a:endParaRPr>
          </a:p>
          <a:p>
            <a:pPr algn="ctr"/>
            <a:r>
              <a:rPr kumimoji="1" lang="ja-JP" altLang="en-US" sz="2400" dirty="0">
                <a:latin typeface="MS明朝"/>
              </a:rPr>
              <a:t>（景気停滞）</a:t>
            </a:r>
          </a:p>
        </p:txBody>
      </p: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7577B5E5-67CF-B86B-0C52-BC265BA42D5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5695335" y="2843615"/>
            <a:ext cx="3" cy="39329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7EA4767E-19F2-C345-DC4E-D5699009A0E7}"/>
              </a:ext>
            </a:extLst>
          </p:cNvPr>
          <p:cNvCxnSpPr>
            <a:cxnSpLocks/>
            <a:stCxn id="75" idx="2"/>
            <a:endCxn id="76" idx="0"/>
          </p:cNvCxnSpPr>
          <p:nvPr/>
        </p:nvCxnSpPr>
        <p:spPr>
          <a:xfrm flipH="1">
            <a:off x="5688574" y="4067910"/>
            <a:ext cx="6761" cy="34157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BA456017-44DF-A290-B50B-5E24E3F27E00}"/>
              </a:ext>
            </a:extLst>
          </p:cNvPr>
          <p:cNvSpPr txBox="1"/>
          <p:nvPr/>
        </p:nvSpPr>
        <p:spPr>
          <a:xfrm>
            <a:off x="7838767" y="2012618"/>
            <a:ext cx="1936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不動産担保減少</a:t>
            </a:r>
            <a:endParaRPr kumimoji="1" lang="ja-JP" altLang="en-US" sz="2400" dirty="0">
              <a:latin typeface="MS明朝"/>
            </a:endParaRP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E1EF5382-CFC1-8A79-303C-84E1956FE2F7}"/>
              </a:ext>
            </a:extLst>
          </p:cNvPr>
          <p:cNvSpPr txBox="1"/>
          <p:nvPr/>
        </p:nvSpPr>
        <p:spPr>
          <a:xfrm>
            <a:off x="7778546" y="3236913"/>
            <a:ext cx="2057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貸出（投資）</a:t>
            </a:r>
            <a:endParaRPr lang="en-US" altLang="ja-JP" sz="2400" dirty="0">
              <a:latin typeface="MS明朝"/>
            </a:endParaRPr>
          </a:p>
          <a:p>
            <a:pPr algn="ctr"/>
            <a:r>
              <a:rPr lang="ja-JP" altLang="en-US" sz="2400" dirty="0">
                <a:latin typeface="MS明朝"/>
              </a:rPr>
              <a:t>減少</a:t>
            </a:r>
            <a:endParaRPr kumimoji="1" lang="ja-JP" altLang="en-US" sz="2400" dirty="0">
              <a:latin typeface="MS明朝"/>
            </a:endParaRP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47DF436C-6A02-DB64-6C25-ECF1F019252A}"/>
              </a:ext>
            </a:extLst>
          </p:cNvPr>
          <p:cNvSpPr txBox="1"/>
          <p:nvPr/>
        </p:nvSpPr>
        <p:spPr>
          <a:xfrm>
            <a:off x="7778547" y="4416813"/>
            <a:ext cx="20573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生産量減少</a:t>
            </a:r>
            <a:endParaRPr lang="en-US" altLang="ja-JP" sz="2400" dirty="0">
              <a:latin typeface="MS明朝"/>
            </a:endParaRPr>
          </a:p>
          <a:p>
            <a:pPr algn="ctr"/>
            <a:r>
              <a:rPr kumimoji="1" lang="ja-JP" altLang="en-US" sz="2400" dirty="0">
                <a:latin typeface="MS明朝"/>
              </a:rPr>
              <a:t>（景気停滞）</a:t>
            </a:r>
          </a:p>
        </p:txBody>
      </p: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CA28E8EE-A680-9306-059E-9B24E7CD3027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 flipH="1">
            <a:off x="8807241" y="2843615"/>
            <a:ext cx="3" cy="39329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7F942372-18A4-C4D7-F8CF-51DC64FA1CD8}"/>
              </a:ext>
            </a:extLst>
          </p:cNvPr>
          <p:cNvCxnSpPr>
            <a:cxnSpLocks/>
            <a:stCxn id="86" idx="2"/>
            <a:endCxn id="87" idx="0"/>
          </p:cNvCxnSpPr>
          <p:nvPr/>
        </p:nvCxnSpPr>
        <p:spPr>
          <a:xfrm>
            <a:off x="8807241" y="4067910"/>
            <a:ext cx="1" cy="34890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F404AA16-F380-146B-647C-7EE9F8AF2023}"/>
              </a:ext>
            </a:extLst>
          </p:cNvPr>
          <p:cNvCxnSpPr>
            <a:cxnSpLocks/>
            <a:stCxn id="75" idx="3"/>
            <a:endCxn id="85" idx="1"/>
          </p:cNvCxnSpPr>
          <p:nvPr/>
        </p:nvCxnSpPr>
        <p:spPr>
          <a:xfrm flipV="1">
            <a:off x="6724030" y="2428117"/>
            <a:ext cx="1114737" cy="122429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91B4426A-B21A-0B7A-C983-4A907E10C467}"/>
                  </a:ext>
                </a:extLst>
              </p:cNvPr>
              <p:cNvSpPr txBox="1"/>
              <p:nvPr/>
            </p:nvSpPr>
            <p:spPr>
              <a:xfrm>
                <a:off x="1927166" y="171434"/>
                <a:ext cx="21749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kumimoji="1" lang="en-US" altLang="ja-JP" sz="2400" b="0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91B4426A-B21A-0B7A-C983-4A907E10C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166" y="171434"/>
                <a:ext cx="217495" cy="369332"/>
              </a:xfrm>
              <a:prstGeom prst="rect">
                <a:avLst/>
              </a:prstGeom>
              <a:blipFill>
                <a:blip r:embed="rId2"/>
                <a:stretch>
                  <a:fillRect l="-22222" r="-19444" b="-16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D3EA87E6-E831-96C6-F4B1-568579F98E93}"/>
                  </a:ext>
                </a:extLst>
              </p:cNvPr>
              <p:cNvSpPr txBox="1"/>
              <p:nvPr/>
            </p:nvSpPr>
            <p:spPr>
              <a:xfrm>
                <a:off x="5310597" y="171434"/>
                <a:ext cx="5236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ja-JP" sz="2400" b="0" dirty="0"/>
                  <a:t>+1</a:t>
                </a: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D3EA87E6-E831-96C6-F4B1-568579F98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597" y="171434"/>
                <a:ext cx="523670" cy="369332"/>
              </a:xfrm>
              <a:prstGeom prst="rect">
                <a:avLst/>
              </a:prstGeom>
              <a:blipFill>
                <a:blip r:embed="rId3"/>
                <a:stretch>
                  <a:fillRect l="-17442" t="-24590" r="-34884" b="-491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880D4269-A458-4346-B83D-409271BA4654}"/>
                  </a:ext>
                </a:extLst>
              </p:cNvPr>
              <p:cNvSpPr txBox="1"/>
              <p:nvPr/>
            </p:nvSpPr>
            <p:spPr>
              <a:xfrm>
                <a:off x="8394289" y="193644"/>
                <a:ext cx="5236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en-US" altLang="ja-JP" sz="2400" b="0" dirty="0"/>
                  <a:t>+2</a:t>
                </a: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880D4269-A458-4346-B83D-409271BA4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289" y="193644"/>
                <a:ext cx="523670" cy="369332"/>
              </a:xfrm>
              <a:prstGeom prst="rect">
                <a:avLst/>
              </a:prstGeom>
              <a:blipFill>
                <a:blip r:embed="rId4"/>
                <a:stretch>
                  <a:fillRect l="-17442" t="-26667" r="-34884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AAB803F-2687-E90F-1510-C4C0FAA8FF09}"/>
              </a:ext>
            </a:extLst>
          </p:cNvPr>
          <p:cNvSpPr txBox="1"/>
          <p:nvPr/>
        </p:nvSpPr>
        <p:spPr>
          <a:xfrm>
            <a:off x="4696750" y="5626806"/>
            <a:ext cx="1997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土地価格</a:t>
            </a:r>
            <a:endParaRPr lang="en-US" altLang="ja-JP" sz="2400" dirty="0">
              <a:latin typeface="MS明朝"/>
            </a:endParaRPr>
          </a:p>
          <a:p>
            <a:pPr algn="ctr"/>
            <a:r>
              <a:rPr lang="ja-JP" altLang="en-US" sz="2400" dirty="0">
                <a:latin typeface="MS明朝"/>
              </a:rPr>
              <a:t>下落</a:t>
            </a: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D09A0E58-6C56-15F4-88A6-C63EF2DD6581}"/>
              </a:ext>
            </a:extLst>
          </p:cNvPr>
          <p:cNvCxnSpPr>
            <a:cxnSpLocks/>
            <a:stCxn id="76" idx="2"/>
            <a:endCxn id="37" idx="0"/>
          </p:cNvCxnSpPr>
          <p:nvPr/>
        </p:nvCxnSpPr>
        <p:spPr>
          <a:xfrm>
            <a:off x="5688574" y="5240485"/>
            <a:ext cx="6761" cy="38632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F8157D85-C4D5-3F12-E31E-29D08FC2A8A8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>
            <a:off x="2330242" y="2852176"/>
            <a:ext cx="0" cy="38473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F6D7E6B-5B43-B862-F5C4-A711C182788C}"/>
              </a:ext>
            </a:extLst>
          </p:cNvPr>
          <p:cNvSpPr txBox="1"/>
          <p:nvPr/>
        </p:nvSpPr>
        <p:spPr>
          <a:xfrm>
            <a:off x="7838767" y="5621877"/>
            <a:ext cx="1936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latin typeface="MS明朝"/>
              </a:rPr>
              <a:t>土地価格</a:t>
            </a:r>
            <a:endParaRPr lang="en-US" altLang="ja-JP" sz="2400" dirty="0">
              <a:latin typeface="MS明朝"/>
            </a:endParaRPr>
          </a:p>
          <a:p>
            <a:pPr algn="ctr"/>
            <a:r>
              <a:rPr lang="ja-JP" altLang="en-US" sz="2400" dirty="0">
                <a:latin typeface="MS明朝"/>
              </a:rPr>
              <a:t>下落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5AB29515-49A7-361B-E3FA-6E850C770A15}"/>
              </a:ext>
            </a:extLst>
          </p:cNvPr>
          <p:cNvCxnSpPr>
            <a:cxnSpLocks/>
            <a:stCxn id="87" idx="2"/>
            <a:endCxn id="46" idx="0"/>
          </p:cNvCxnSpPr>
          <p:nvPr/>
        </p:nvCxnSpPr>
        <p:spPr>
          <a:xfrm>
            <a:off x="8807242" y="5247810"/>
            <a:ext cx="2" cy="37406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19DAE3D7-F6E3-695F-E67B-F494B22A65C3}"/>
              </a:ext>
            </a:extLst>
          </p:cNvPr>
          <p:cNvCxnSpPr>
            <a:cxnSpLocks/>
            <a:stCxn id="86" idx="3"/>
          </p:cNvCxnSpPr>
          <p:nvPr/>
        </p:nvCxnSpPr>
        <p:spPr>
          <a:xfrm flipV="1">
            <a:off x="9835936" y="2457323"/>
            <a:ext cx="1054516" cy="119508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B18971FB-0C43-22A2-EEA7-C565C553CF26}"/>
              </a:ext>
            </a:extLst>
          </p:cNvPr>
          <p:cNvCxnSpPr>
            <a:cxnSpLocks/>
          </p:cNvCxnSpPr>
          <p:nvPr/>
        </p:nvCxnSpPr>
        <p:spPr>
          <a:xfrm flipH="1" flipV="1">
            <a:off x="4564014" y="3919779"/>
            <a:ext cx="1337813" cy="238989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650DFE49-D791-6079-031C-7DD89DB31398}"/>
              </a:ext>
            </a:extLst>
          </p:cNvPr>
          <p:cNvCxnSpPr>
            <a:cxnSpLocks/>
            <a:stCxn id="46" idx="1"/>
            <a:endCxn id="37" idx="3"/>
          </p:cNvCxnSpPr>
          <p:nvPr/>
        </p:nvCxnSpPr>
        <p:spPr>
          <a:xfrm flipH="1">
            <a:off x="6693919" y="6037376"/>
            <a:ext cx="1144848" cy="492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59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82</Words>
  <Application>Microsoft Office PowerPoint</Application>
  <PresentationFormat>ワイド画面</PresentationFormat>
  <Paragraphs>32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MS明朝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康佑 岸本</dc:creator>
  <cp:lastModifiedBy>康佑 岸本</cp:lastModifiedBy>
  <cp:revision>7</cp:revision>
  <dcterms:created xsi:type="dcterms:W3CDTF">2026-04-24T12:41:40Z</dcterms:created>
  <dcterms:modified xsi:type="dcterms:W3CDTF">2026-05-20T05:36:14Z</dcterms:modified>
</cp:coreProperties>
</file>